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8" r:id="rId4"/>
    <p:sldId id="267" r:id="rId5"/>
    <p:sldId id="260" r:id="rId6"/>
    <p:sldId id="269" r:id="rId7"/>
    <p:sldId id="270" r:id="rId8"/>
    <p:sldId id="271" r:id="rId9"/>
    <p:sldId id="272" r:id="rId10"/>
    <p:sldId id="273" r:id="rId11"/>
    <p:sldId id="266" r:id="rId12"/>
  </p:sldIdLst>
  <p:sldSz cx="10799763" cy="6480175"/>
  <p:notesSz cx="5143500" cy="9144000"/>
  <p:embeddedFontLs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Sanchez" panose="020B0604020202020204" charset="0"/>
      <p:regular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i2DfAKMniywvTqfsrco44P2AX4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-28575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2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98538" y="0"/>
            <a:ext cx="499745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98538" y="0"/>
            <a:ext cx="499745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84163" y="685800"/>
            <a:ext cx="571182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84163" y="685800"/>
            <a:ext cx="5711826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3"/>
          <p:cNvSpPr txBox="1">
            <a:spLocks noGrp="1"/>
          </p:cNvSpPr>
          <p:nvPr>
            <p:ph type="dt" idx="10"/>
          </p:nvPr>
        </p:nvSpPr>
        <p:spPr>
          <a:xfrm>
            <a:off x="3" y="1"/>
            <a:ext cx="3543229" cy="377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ftr" idx="11"/>
          </p:nvPr>
        </p:nvSpPr>
        <p:spPr>
          <a:xfrm>
            <a:off x="3" y="1"/>
            <a:ext cx="3543229" cy="377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sldNum" idx="12"/>
          </p:nvPr>
        </p:nvSpPr>
        <p:spPr>
          <a:xfrm>
            <a:off x="3" y="1"/>
            <a:ext cx="3543229" cy="377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6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tshreyansh029@g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"/>
          <p:cNvGrpSpPr/>
          <p:nvPr/>
        </p:nvGrpSpPr>
        <p:grpSpPr>
          <a:xfrm>
            <a:off x="3065034" y="965947"/>
            <a:ext cx="4557561" cy="1445799"/>
            <a:chOff x="0" y="0"/>
            <a:chExt cx="8501044" cy="2696794"/>
          </a:xfrm>
        </p:grpSpPr>
        <p:sp>
          <p:nvSpPr>
            <p:cNvPr id="17" name="Google Shape;17;p1"/>
            <p:cNvSpPr/>
            <p:nvPr/>
          </p:nvSpPr>
          <p:spPr>
            <a:xfrm>
              <a:off x="0" y="0"/>
              <a:ext cx="1032739" cy="645462"/>
            </a:xfrm>
            <a:custGeom>
              <a:avLst/>
              <a:gdLst/>
              <a:ahLst/>
              <a:cxnLst/>
              <a:rect l="l" t="t" r="r" b="b"/>
              <a:pathLst>
                <a:path w="1032739" h="645462" extrusionOk="0">
                  <a:moveTo>
                    <a:pt x="0" y="0"/>
                  </a:moveTo>
                  <a:lnTo>
                    <a:pt x="1032739" y="0"/>
                  </a:lnTo>
                  <a:lnTo>
                    <a:pt x="1032739" y="645462"/>
                  </a:lnTo>
                  <a:lnTo>
                    <a:pt x="0" y="64546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133877" t="-620585" r="-854025" b="-323802"/>
              </a:stretch>
            </a:blipFill>
            <a:ln>
              <a:noFill/>
            </a:ln>
          </p:spPr>
        </p:sp>
        <p:sp>
          <p:nvSpPr>
            <p:cNvPr id="18" name="Google Shape;18;p1"/>
            <p:cNvSpPr/>
            <p:nvPr/>
          </p:nvSpPr>
          <p:spPr>
            <a:xfrm>
              <a:off x="90500" y="431862"/>
              <a:ext cx="8410544" cy="2264932"/>
            </a:xfrm>
            <a:custGeom>
              <a:avLst/>
              <a:gdLst/>
              <a:ahLst/>
              <a:cxnLst/>
              <a:rect l="l" t="t" r="r" b="b"/>
              <a:pathLst>
                <a:path w="8410544" h="2264932" extrusionOk="0">
                  <a:moveTo>
                    <a:pt x="0" y="0"/>
                  </a:moveTo>
                  <a:lnTo>
                    <a:pt x="8410545" y="0"/>
                  </a:lnTo>
                  <a:lnTo>
                    <a:pt x="8410545" y="2264932"/>
                  </a:lnTo>
                  <a:lnTo>
                    <a:pt x="0" y="226493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17697" t="-202412" r="-18473" b="-977"/>
              </a:stretch>
            </a:blipFill>
            <a:ln>
              <a:noFill/>
            </a:ln>
          </p:spPr>
        </p:sp>
      </p:grpSp>
      <p:sp>
        <p:nvSpPr>
          <p:cNvPr id="19" name="Google Shape;19;p1"/>
          <p:cNvSpPr/>
          <p:nvPr/>
        </p:nvSpPr>
        <p:spPr>
          <a:xfrm>
            <a:off x="-248150" y="107759"/>
            <a:ext cx="972477" cy="932667"/>
          </a:xfrm>
          <a:custGeom>
            <a:avLst/>
            <a:gdLst/>
            <a:ahLst/>
            <a:cxnLst/>
            <a:rect l="l" t="t" r="r" b="b"/>
            <a:pathLst>
              <a:path w="1360443" h="1304752" extrusionOk="0">
                <a:moveTo>
                  <a:pt x="0" y="0"/>
                </a:moveTo>
                <a:lnTo>
                  <a:pt x="1360443" y="0"/>
                </a:lnTo>
                <a:lnTo>
                  <a:pt x="1360443" y="1304752"/>
                </a:lnTo>
                <a:lnTo>
                  <a:pt x="0" y="1304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8186" t="-6718" r="-82251" b="-56213"/>
            </a:stretch>
          </a:blipFill>
          <a:ln>
            <a:noFill/>
          </a:ln>
        </p:spPr>
      </p:sp>
      <p:sp>
        <p:nvSpPr>
          <p:cNvPr id="20" name="Google Shape;20;p1"/>
          <p:cNvSpPr/>
          <p:nvPr/>
        </p:nvSpPr>
        <p:spPr>
          <a:xfrm rot="5400000">
            <a:off x="9539262" y="101644"/>
            <a:ext cx="1742649" cy="1512522"/>
          </a:xfrm>
          <a:custGeom>
            <a:avLst/>
            <a:gdLst/>
            <a:ahLst/>
            <a:cxnLst/>
            <a:rect l="l" t="t" r="r" b="b"/>
            <a:pathLst>
              <a:path w="2437875" h="2115937" extrusionOk="0">
                <a:moveTo>
                  <a:pt x="0" y="0"/>
                </a:moveTo>
                <a:lnTo>
                  <a:pt x="2437875" y="0"/>
                </a:lnTo>
                <a:lnTo>
                  <a:pt x="2437875" y="2115937"/>
                </a:lnTo>
                <a:lnTo>
                  <a:pt x="0" y="2115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239397" b="-134621"/>
            </a:stretch>
          </a:blipFill>
          <a:ln>
            <a:noFill/>
          </a:ln>
        </p:spPr>
      </p:sp>
      <p:sp>
        <p:nvSpPr>
          <p:cNvPr id="21" name="Google Shape;21;p1"/>
          <p:cNvSpPr txBox="1"/>
          <p:nvPr/>
        </p:nvSpPr>
        <p:spPr>
          <a:xfrm>
            <a:off x="4852975" y="3370333"/>
            <a:ext cx="964682" cy="52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41"/>
              </a:lnSpc>
            </a:pPr>
            <a:r>
              <a:rPr lang="en-US" sz="1227" dirty="0">
                <a:latin typeface="Sanchez"/>
                <a:ea typeface="Sanchez"/>
                <a:cs typeface="Sanchez"/>
                <a:sym typeface="Sanchez"/>
              </a:rPr>
              <a:t>Presented by</a:t>
            </a:r>
            <a:endParaRPr sz="2044" dirty="0"/>
          </a:p>
        </p:txBody>
      </p:sp>
      <p:sp>
        <p:nvSpPr>
          <p:cNvPr id="22" name="Google Shape;22;p1"/>
          <p:cNvSpPr txBox="1"/>
          <p:nvPr/>
        </p:nvSpPr>
        <p:spPr>
          <a:xfrm>
            <a:off x="2041529" y="3812090"/>
            <a:ext cx="6847177" cy="53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6"/>
              </a:lnSpc>
            </a:pPr>
            <a:r>
              <a:rPr lang="en-US" sz="2503" b="1" dirty="0">
                <a:latin typeface="Calibri"/>
                <a:ea typeface="Calibri"/>
                <a:cs typeface="Calibri"/>
                <a:sym typeface="Calibri"/>
              </a:rPr>
              <a:t>Acropolis Institute of Technology and Research</a:t>
            </a:r>
            <a:endParaRPr sz="2772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4235162" y="4231747"/>
            <a:ext cx="2459783" cy="345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41"/>
              </a:lnSpc>
            </a:pPr>
            <a:r>
              <a:rPr lang="en-US" sz="1606" b="1">
                <a:latin typeface="Calibri"/>
                <a:ea typeface="Calibri"/>
                <a:cs typeface="Calibri"/>
                <a:sym typeface="Calibri"/>
              </a:rPr>
              <a:t>Dept. of CSIT &amp; CSE(CY)</a:t>
            </a:r>
            <a:endParaRPr sz="214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3679280" y="4846684"/>
            <a:ext cx="3786811" cy="54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49"/>
              </a:lnSpc>
            </a:pPr>
            <a:r>
              <a:rPr lang="en-US" sz="2521" b="1" dirty="0">
                <a:latin typeface="Calibri"/>
                <a:ea typeface="Calibri"/>
                <a:cs typeface="Calibri"/>
                <a:sym typeface="Calibri"/>
              </a:rPr>
              <a:t>IIT Ropar &amp; </a:t>
            </a:r>
            <a:r>
              <a:rPr lang="en-US" sz="2521" b="1" dirty="0" err="1">
                <a:latin typeface="Calibri"/>
                <a:ea typeface="Calibri"/>
                <a:cs typeface="Calibri"/>
                <a:sym typeface="Calibri"/>
              </a:rPr>
              <a:t>ClayGrounds</a:t>
            </a:r>
            <a:endParaRPr sz="2521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4626133" y="4686754"/>
            <a:ext cx="1759039" cy="21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97687"/>
              </a:lnSpc>
            </a:pPr>
            <a:r>
              <a:rPr lang="en-US" sz="1396" b="1" dirty="0">
                <a:latin typeface="Calibri"/>
                <a:ea typeface="Calibri"/>
                <a:cs typeface="Calibri"/>
                <a:sym typeface="Calibri"/>
              </a:rPr>
              <a:t>in collaboration  with</a:t>
            </a:r>
            <a:endParaRPr sz="2016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350976" y="2253513"/>
            <a:ext cx="2034196" cy="1163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184" tIns="57577" rIns="115184" bIns="57577" anchor="t" anchorCtr="0">
            <a:spAutoFit/>
          </a:bodyPr>
          <a:lstStyle/>
          <a:p>
            <a:pPr algn="ctr"/>
            <a:r>
              <a:rPr lang="en-US" sz="6803" b="1" dirty="0">
                <a:solidFill>
                  <a:srgbClr val="741B47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6803" b="1" dirty="0">
              <a:solidFill>
                <a:srgbClr val="741B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162" y="177070"/>
            <a:ext cx="9101046" cy="7940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05" y="5302986"/>
            <a:ext cx="10732758" cy="11642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57" y="0"/>
            <a:ext cx="9101046" cy="794041"/>
          </a:xfrm>
          <a:prstGeom prst="rect">
            <a:avLst/>
          </a:prstGeom>
        </p:spPr>
      </p:pic>
      <p:sp>
        <p:nvSpPr>
          <p:cNvPr id="33" name="Google Shape;33;p2"/>
          <p:cNvSpPr/>
          <p:nvPr/>
        </p:nvSpPr>
        <p:spPr>
          <a:xfrm>
            <a:off x="3231941" y="604497"/>
            <a:ext cx="6791617" cy="529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A1628"/>
              </a:buClr>
              <a:buSzPts val="2800"/>
            </a:pPr>
            <a:r>
              <a:rPr lang="en-US" sz="3275" b="1" dirty="0">
                <a:solidFill>
                  <a:srgbClr val="0A1628"/>
                </a:solidFill>
                <a:latin typeface="Cambria"/>
                <a:ea typeface="Cambria"/>
                <a:cs typeface="Cambria"/>
                <a:sym typeface="Cambria"/>
              </a:rPr>
              <a:t>Team Profile</a:t>
            </a:r>
            <a:endParaRPr sz="327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487732" y="1081113"/>
            <a:ext cx="7142593" cy="253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A3A8F"/>
              </a:buClr>
              <a:buSzPts val="750"/>
            </a:pPr>
            <a:r>
              <a:rPr lang="en-US" sz="945" b="1">
                <a:solidFill>
                  <a:srgbClr val="1A3A8F"/>
                </a:solidFill>
                <a:latin typeface="Calibri"/>
                <a:ea typeface="Calibri"/>
                <a:cs typeface="Calibri"/>
                <a:sym typeface="Calibri"/>
              </a:rPr>
              <a:t>TRACK  / PROBLEM STATEMENT</a:t>
            </a:r>
            <a:endParaRPr sz="9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487733" y="1346081"/>
            <a:ext cx="7200195" cy="52993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27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115184" tIns="115184" rIns="115184" bIns="115184" anchor="ctr" anchorCtr="0">
            <a:noAutofit/>
          </a:bodyPr>
          <a:lstStyle/>
          <a:p>
            <a:pPr>
              <a:buClr>
                <a:srgbClr val="94A3B8"/>
              </a:buClr>
              <a:buSzPts val="950"/>
            </a:pPr>
            <a:r>
              <a:rPr lang="en-US" sz="1600" b="1" i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Sustainable</a:t>
            </a:r>
            <a:r>
              <a:rPr lang="en-US" sz="1600" i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i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Transportation</a:t>
            </a:r>
            <a:endParaRPr lang="en-US"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121350" y="1403683"/>
            <a:ext cx="6393772" cy="36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94A3B8"/>
              </a:buClr>
              <a:buSzPts val="950"/>
            </a:pPr>
            <a:endParaRPr sz="119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487732" y="2025779"/>
            <a:ext cx="7142593" cy="253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A3A8F"/>
              </a:buClr>
              <a:buSzPts val="750"/>
            </a:pPr>
            <a:r>
              <a:rPr lang="en-US" sz="945" b="1">
                <a:solidFill>
                  <a:srgbClr val="1A3A8F"/>
                </a:solidFill>
                <a:latin typeface="Calibri"/>
                <a:ea typeface="Calibri"/>
                <a:cs typeface="Calibri"/>
                <a:sym typeface="Calibri"/>
              </a:rPr>
              <a:t>TEAM NAME</a:t>
            </a:r>
            <a:endParaRPr sz="9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487733" y="2290746"/>
            <a:ext cx="7200195" cy="52993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27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115184" tIns="115184" rIns="115184" bIns="115184" anchor="ctr" anchorCtr="0">
            <a:no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KNS</a:t>
            </a:r>
            <a:endParaRPr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121350" y="2348347"/>
            <a:ext cx="6393772" cy="36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94A3B8"/>
              </a:buClr>
              <a:buSzPts val="950"/>
            </a:pPr>
            <a:endParaRPr sz="119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487732" y="2970445"/>
            <a:ext cx="7142593" cy="253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A3A8F"/>
              </a:buClr>
              <a:buSzPts val="750"/>
            </a:pPr>
            <a:r>
              <a:rPr lang="en-US" sz="945" b="1">
                <a:solidFill>
                  <a:srgbClr val="1A3A8F"/>
                </a:solidFill>
                <a:latin typeface="Calibri"/>
                <a:ea typeface="Calibri"/>
                <a:cs typeface="Calibri"/>
                <a:sym typeface="Calibri"/>
              </a:rPr>
              <a:t>TEAM LEADER'S NAME</a:t>
            </a:r>
            <a:endParaRPr sz="9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487733" y="3235412"/>
            <a:ext cx="7200195" cy="52993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27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115184" tIns="115184" rIns="115184" bIns="115184" anchor="ctr" anchorCtr="0">
            <a:no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Shreyansh Tiwari</a:t>
            </a:r>
            <a:endParaRPr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121350" y="3293013"/>
            <a:ext cx="6393772" cy="36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94A3B8"/>
              </a:buClr>
              <a:buSzPts val="950"/>
            </a:pPr>
            <a:endParaRPr sz="119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487732" y="3915110"/>
            <a:ext cx="7142593" cy="253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A3A8F"/>
              </a:buClr>
              <a:buSzPts val="750"/>
            </a:pPr>
            <a:r>
              <a:rPr lang="en-US" sz="945" b="1">
                <a:solidFill>
                  <a:srgbClr val="1A3A8F"/>
                </a:solidFill>
                <a:latin typeface="Calibri"/>
                <a:ea typeface="Calibri"/>
                <a:cs typeface="Calibri"/>
                <a:sym typeface="Calibri"/>
              </a:rPr>
              <a:t>EMAIL ADDRESS</a:t>
            </a:r>
            <a:endParaRPr sz="9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487733" y="4180078"/>
            <a:ext cx="7200195" cy="52993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27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115184" tIns="115184" rIns="115184" bIns="115184" anchor="ctr" anchorCtr="0">
            <a:no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tshreyansh029@gmail.com</a:t>
            </a:r>
            <a:endParaRPr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121350" y="4237680"/>
            <a:ext cx="6393772" cy="36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94A3B8"/>
              </a:buClr>
              <a:buSzPts val="950"/>
            </a:pPr>
            <a:endParaRPr sz="119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487732" y="4859775"/>
            <a:ext cx="7142593" cy="253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A3A8F"/>
              </a:buClr>
              <a:buSzPts val="750"/>
            </a:pPr>
            <a:r>
              <a:rPr lang="en-US" sz="945" b="1">
                <a:solidFill>
                  <a:srgbClr val="1A3A8F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sz="94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487733" y="5124744"/>
            <a:ext cx="7200195" cy="52993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27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115184" tIns="115184" rIns="115184" bIns="115184" anchor="ctr" anchorCtr="0">
            <a:no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Kunal Sonare , Nandini Chourasiya</a:t>
            </a:r>
            <a:endParaRPr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121350" y="5182345"/>
            <a:ext cx="6393772" cy="36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94A3B8"/>
              </a:buClr>
              <a:buSzPts val="950"/>
            </a:pPr>
            <a:endParaRPr sz="119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-14665" y="6082724"/>
            <a:ext cx="3456094" cy="345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900"/>
            </a:pPr>
            <a:r>
              <a:rPr lang="en-US" sz="1134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IKIGAI 2026</a:t>
            </a:r>
            <a:endParaRPr sz="1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0353616" y="6082724"/>
            <a:ext cx="576015" cy="345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FFFFFF"/>
              </a:buClr>
              <a:buSzPts val="900"/>
            </a:pPr>
            <a:r>
              <a:rPr lang="en-US" sz="1134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-196543" y="2326810"/>
            <a:ext cx="22149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1"/>
              </a:lnSpc>
            </a:pPr>
            <a:r>
              <a:rPr lang="en-US" sz="1500" b="1" dirty="0"/>
              <a:t>Shreyansh Tiwari</a:t>
            </a:r>
            <a:endParaRPr sz="1500" b="1" dirty="0"/>
          </a:p>
        </p:txBody>
      </p:sp>
      <p:sp>
        <p:nvSpPr>
          <p:cNvPr id="62" name="Google Shape;62;p2"/>
          <p:cNvSpPr txBox="1"/>
          <p:nvPr/>
        </p:nvSpPr>
        <p:spPr>
          <a:xfrm>
            <a:off x="1645386" y="2325008"/>
            <a:ext cx="19595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1"/>
              </a:lnSpc>
            </a:pPr>
            <a:r>
              <a:rPr lang="en-US" sz="1500" b="1" dirty="0"/>
              <a:t> Kunal Sonare</a:t>
            </a:r>
          </a:p>
        </p:txBody>
      </p:sp>
      <p:sp>
        <p:nvSpPr>
          <p:cNvPr id="64" name="Google Shape;64;p2"/>
          <p:cNvSpPr txBox="1"/>
          <p:nvPr/>
        </p:nvSpPr>
        <p:spPr>
          <a:xfrm>
            <a:off x="703127" y="4528462"/>
            <a:ext cx="206761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1"/>
              </a:lnSpc>
            </a:pPr>
            <a:r>
              <a:rPr lang="en-US" sz="1500" b="1" dirty="0"/>
              <a:t>Nandini Chourasiya</a:t>
            </a:r>
            <a:endParaRPr sz="1500" b="1" dirty="0"/>
          </a:p>
        </p:txBody>
      </p:sp>
      <p:sp>
        <p:nvSpPr>
          <p:cNvPr id="65" name="Google Shape;65;p2"/>
          <p:cNvSpPr/>
          <p:nvPr/>
        </p:nvSpPr>
        <p:spPr>
          <a:xfrm rot="5400000">
            <a:off x="9172177" y="65363"/>
            <a:ext cx="1742649" cy="1512522"/>
          </a:xfrm>
          <a:custGeom>
            <a:avLst/>
            <a:gdLst/>
            <a:ahLst/>
            <a:cxnLst/>
            <a:rect l="l" t="t" r="r" b="b"/>
            <a:pathLst>
              <a:path w="2437875" h="2115937" extrusionOk="0">
                <a:moveTo>
                  <a:pt x="0" y="0"/>
                </a:moveTo>
                <a:lnTo>
                  <a:pt x="2437875" y="0"/>
                </a:lnTo>
                <a:lnTo>
                  <a:pt x="2437875" y="2115937"/>
                </a:lnTo>
                <a:lnTo>
                  <a:pt x="0" y="2115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r="-239397" b="-134621"/>
            </a:stretch>
          </a:blipFill>
          <a:ln>
            <a:noFill/>
          </a:ln>
        </p:spPr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238" y="5790427"/>
            <a:ext cx="10016929" cy="689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4640C7-B7F4-FAD8-F811-3B3D57F4EB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24" y="3120946"/>
            <a:ext cx="1407516" cy="1407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080B33-9060-F24D-A7EC-88B71C4725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3873" y="1041284"/>
            <a:ext cx="1162602" cy="13112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706B75-C074-854B-6417-7C8E5673F2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510" y="1054029"/>
            <a:ext cx="1212844" cy="13112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340E37-D060-AB29-7C02-C3F306687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99763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49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16E2C9-4591-EF02-283C-672A01BE0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99764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134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/>
          <p:nvPr/>
        </p:nvSpPr>
        <p:spPr>
          <a:xfrm>
            <a:off x="-482232" y="2201337"/>
            <a:ext cx="5304144" cy="1163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184" tIns="57577" rIns="115184" bIns="57577" anchor="t" anchorCtr="0">
            <a:spAutoFit/>
          </a:bodyPr>
          <a:lstStyle/>
          <a:p>
            <a:pPr algn="ctr"/>
            <a:r>
              <a:rPr lang="en-US" sz="453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sz="2016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226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57" y="0"/>
            <a:ext cx="9101046" cy="794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57" y="5577840"/>
            <a:ext cx="10016929" cy="850494"/>
          </a:xfrm>
          <a:prstGeom prst="rect">
            <a:avLst/>
          </a:prstGeom>
        </p:spPr>
      </p:pic>
      <p:sp>
        <p:nvSpPr>
          <p:cNvPr id="7" name="Google Shape;65;p2"/>
          <p:cNvSpPr/>
          <p:nvPr/>
        </p:nvSpPr>
        <p:spPr>
          <a:xfrm rot="5400000">
            <a:off x="9172177" y="65363"/>
            <a:ext cx="1742649" cy="1512522"/>
          </a:xfrm>
          <a:custGeom>
            <a:avLst/>
            <a:gdLst/>
            <a:ahLst/>
            <a:cxnLst/>
            <a:rect l="l" t="t" r="r" b="b"/>
            <a:pathLst>
              <a:path w="2437875" h="2115937" extrusionOk="0">
                <a:moveTo>
                  <a:pt x="0" y="0"/>
                </a:moveTo>
                <a:lnTo>
                  <a:pt x="2437875" y="0"/>
                </a:lnTo>
                <a:lnTo>
                  <a:pt x="2437875" y="2115937"/>
                </a:lnTo>
                <a:lnTo>
                  <a:pt x="0" y="2115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r="-239397" b="-134621"/>
            </a:stretch>
          </a:blipFill>
          <a:ln>
            <a:noFill/>
          </a:ln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FB801D-69E4-8385-0F46-4308A0B948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2105" y="744667"/>
            <a:ext cx="6029863" cy="49908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311398-CB10-DA11-62DF-321D5B971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99763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822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65C37E-C8B7-191B-7151-0FDDE04CD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99763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07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F7266A-1EC9-C012-52B3-B9F408302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0799762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44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A04956-B644-4106-0531-591AD7135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" y="0"/>
            <a:ext cx="10793625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194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CC4B73-4E55-CFB4-8D74-5B1A902EE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637" y="0"/>
            <a:ext cx="10877400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155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1"/>
          <p:cNvGrpSpPr/>
          <p:nvPr/>
        </p:nvGrpSpPr>
        <p:grpSpPr>
          <a:xfrm>
            <a:off x="3080636" y="1692949"/>
            <a:ext cx="4896321" cy="3618076"/>
            <a:chOff x="-517578" y="-325217"/>
            <a:chExt cx="9132923" cy="6748661"/>
          </a:xfrm>
        </p:grpSpPr>
        <p:sp>
          <p:nvSpPr>
            <p:cNvPr id="133" name="Google Shape;133;p11"/>
            <p:cNvSpPr txBox="1"/>
            <p:nvPr/>
          </p:nvSpPr>
          <p:spPr>
            <a:xfrm>
              <a:off x="-517578" y="-325217"/>
              <a:ext cx="8652000" cy="2743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61416"/>
                </a:lnSpc>
              </a:pPr>
              <a:r>
                <a:rPr lang="en-US" sz="66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Thank you</a:t>
              </a:r>
              <a:endParaRPr sz="6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just">
                <a:lnSpc>
                  <a:spcPct val="61416"/>
                </a:lnSpc>
              </a:pPr>
              <a:endParaRPr sz="453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just">
                <a:lnSpc>
                  <a:spcPct val="61416"/>
                </a:lnSpc>
              </a:pPr>
              <a:endParaRPr sz="453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1"/>
            <p:cNvSpPr txBox="1"/>
            <p:nvPr/>
          </p:nvSpPr>
          <p:spPr>
            <a:xfrm>
              <a:off x="-1" y="3696496"/>
              <a:ext cx="2465343" cy="494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39959"/>
                </a:lnSpc>
              </a:pPr>
              <a:r>
                <a:rPr lang="en-US" sz="1230" b="1"/>
                <a:t>E-mail</a:t>
              </a:r>
              <a:endParaRPr sz="2044"/>
            </a:p>
          </p:txBody>
        </p:sp>
        <p:sp>
          <p:nvSpPr>
            <p:cNvPr id="135" name="Google Shape;135;p11"/>
            <p:cNvSpPr txBox="1"/>
            <p:nvPr/>
          </p:nvSpPr>
          <p:spPr>
            <a:xfrm>
              <a:off x="2465344" y="3684465"/>
              <a:ext cx="6150001" cy="2738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39902"/>
                </a:lnSpc>
              </a:pPr>
              <a:r>
                <a: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hlinkClick r:id="rId3"/>
                </a:rPr>
                <a:t>tshreyansh029@gmail.com</a:t>
              </a:r>
              <a:endPara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just">
                <a:lnSpc>
                  <a:spcPct val="139902"/>
                </a:lnSpc>
              </a:pPr>
              <a:r>
                <a: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KNS</a:t>
              </a:r>
            </a:p>
            <a:p>
              <a:pPr algn="just">
                <a:lnSpc>
                  <a:spcPct val="139902"/>
                </a:lnSpc>
              </a:pPr>
              <a:r>
                <a: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9826733860</a:t>
              </a:r>
            </a:p>
            <a:p>
              <a:pPr algn="just">
                <a:lnSpc>
                  <a:spcPct val="139902"/>
                </a:lnSpc>
              </a:pPr>
              <a:endParaRPr sz="2016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1"/>
            <p:cNvSpPr txBox="1"/>
            <p:nvPr/>
          </p:nvSpPr>
          <p:spPr>
            <a:xfrm>
              <a:off x="-1" y="4376199"/>
              <a:ext cx="2465343" cy="494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39959"/>
                </a:lnSpc>
              </a:pPr>
              <a:r>
                <a:rPr lang="en-US" sz="1230" b="1"/>
                <a:t>Team Name</a:t>
              </a:r>
              <a:endParaRPr sz="2044"/>
            </a:p>
          </p:txBody>
        </p:sp>
        <p:sp>
          <p:nvSpPr>
            <p:cNvPr id="138" name="Google Shape;138;p11"/>
            <p:cNvSpPr txBox="1"/>
            <p:nvPr/>
          </p:nvSpPr>
          <p:spPr>
            <a:xfrm>
              <a:off x="-1" y="5055904"/>
              <a:ext cx="2465343" cy="494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39959"/>
                </a:lnSpc>
              </a:pPr>
              <a:r>
                <a:rPr lang="en-US" sz="1230" b="1"/>
                <a:t>Phone</a:t>
              </a:r>
              <a:endParaRPr sz="2044"/>
            </a:p>
          </p:txBody>
        </p:sp>
        <p:sp>
          <p:nvSpPr>
            <p:cNvPr id="140" name="Google Shape;140;p11"/>
            <p:cNvSpPr txBox="1"/>
            <p:nvPr/>
          </p:nvSpPr>
          <p:spPr>
            <a:xfrm>
              <a:off x="-1" y="5735608"/>
              <a:ext cx="2465343" cy="494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39959"/>
                </a:lnSpc>
              </a:pPr>
              <a:r>
                <a:rPr lang="en-US" sz="1230" b="1"/>
                <a:t>Address</a:t>
              </a:r>
              <a:endParaRPr sz="2044"/>
            </a:p>
          </p:txBody>
        </p:sp>
        <p:sp>
          <p:nvSpPr>
            <p:cNvPr id="141" name="Google Shape;141;p11"/>
            <p:cNvSpPr txBox="1"/>
            <p:nvPr/>
          </p:nvSpPr>
          <p:spPr>
            <a:xfrm>
              <a:off x="2465344" y="5723579"/>
              <a:ext cx="6150001" cy="5697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39902"/>
                </a:lnSpc>
              </a:pPr>
              <a:r>
                <a:rPr lang="en-US" sz="1418" dirty="0">
                  <a:latin typeface="Calibri"/>
                  <a:ea typeface="Calibri"/>
                  <a:cs typeface="Calibri"/>
                  <a:sym typeface="Calibri"/>
                </a:rPr>
                <a:t>1Indore , MP</a:t>
              </a:r>
              <a:endParaRPr sz="189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1"/>
            <p:cNvSpPr txBox="1"/>
            <p:nvPr/>
          </p:nvSpPr>
          <p:spPr>
            <a:xfrm>
              <a:off x="-1" y="2624934"/>
              <a:ext cx="5464800" cy="595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39959"/>
                </a:lnSpc>
              </a:pPr>
              <a:r>
                <a:rPr lang="en-US" sz="1482" b="1">
                  <a:latin typeface="Calibri"/>
                  <a:ea typeface="Calibri"/>
                  <a:cs typeface="Calibri"/>
                  <a:sym typeface="Calibri"/>
                </a:rPr>
                <a:t>CONTACT (TEAM LEADER) </a:t>
              </a:r>
              <a:endParaRPr sz="2016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1"/>
          <p:cNvSpPr txBox="1"/>
          <p:nvPr/>
        </p:nvSpPr>
        <p:spPr>
          <a:xfrm>
            <a:off x="-1216127" y="6180419"/>
            <a:ext cx="2459027" cy="193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40028"/>
              </a:lnSpc>
            </a:pPr>
            <a:r>
              <a:rPr lang="en-US" sz="897"/>
              <a:t>acroikigai@acropolis.in</a:t>
            </a:r>
            <a:endParaRPr sz="2044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57" y="0"/>
            <a:ext cx="9101046" cy="79404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57" y="5577840"/>
            <a:ext cx="10016929" cy="850494"/>
          </a:xfrm>
          <a:prstGeom prst="rect">
            <a:avLst/>
          </a:prstGeom>
        </p:spPr>
      </p:pic>
      <p:sp>
        <p:nvSpPr>
          <p:cNvPr id="18" name="Google Shape;65;p2"/>
          <p:cNvSpPr/>
          <p:nvPr/>
        </p:nvSpPr>
        <p:spPr>
          <a:xfrm rot="5400000">
            <a:off x="9172177" y="65363"/>
            <a:ext cx="1742649" cy="1512522"/>
          </a:xfrm>
          <a:custGeom>
            <a:avLst/>
            <a:gdLst/>
            <a:ahLst/>
            <a:cxnLst/>
            <a:rect l="l" t="t" r="r" b="b"/>
            <a:pathLst>
              <a:path w="2437875" h="2115937" extrusionOk="0">
                <a:moveTo>
                  <a:pt x="0" y="0"/>
                </a:moveTo>
                <a:lnTo>
                  <a:pt x="2437875" y="0"/>
                </a:lnTo>
                <a:lnTo>
                  <a:pt x="2437875" y="2115937"/>
                </a:lnTo>
                <a:lnTo>
                  <a:pt x="0" y="2115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r="-239397" b="-134621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95</Words>
  <Application>Microsoft Office PowerPoint</Application>
  <PresentationFormat>Custom</PresentationFormat>
  <Paragraphs>36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Sanchez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AITR Hackathon</dc:creator>
  <cp:lastModifiedBy>Kunal Sonare</cp:lastModifiedBy>
  <cp:revision>5</cp:revision>
  <dcterms:created xsi:type="dcterms:W3CDTF">2026-06-29T08:57:22Z</dcterms:created>
  <dcterms:modified xsi:type="dcterms:W3CDTF">2026-08-23T01:54:42Z</dcterms:modified>
</cp:coreProperties>
</file>